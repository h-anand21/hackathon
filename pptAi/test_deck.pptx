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345a20eae29447b" /><Relationship Type="http://schemas.openxmlformats.org/package/2006/relationships/metadata/core-properties" Target="/docProps/core.xml" Id="R379ad98dfb9b42d3" /><Relationship Type="http://schemas.openxmlformats.org/officeDocument/2006/relationships/extended-properties" Target="/docProps/app.xml" Id="R29aadd9b7a8a4ac1" /><Relationship Type="http://schemas.openxmlformats.org/officeDocument/2006/relationships/custom-properties" Target="/docProps/custom.xml" Id="R1bdd1fca714e45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1"/>
  </p:sldMasterIdLst>
  <p:sldIdLst/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1674cd114b4ca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ce300b05a94ca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740e3b783149d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45e315138c45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60c9b27b9a4912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90e9abbc203d4ecc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2026-08-11T03:01:36Z</dcterms:created>
  <cp:lastModifiedBy>OfficeCLI</cp:lastModifiedBy>
  <dcterms:modified xsi:type="dcterms:W3CDTF">2026-08-11T03:01:36Z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2026-08-11T03:01:36Z</vt:lpwstr>
  </op:property>
</op:Properties>
</file>